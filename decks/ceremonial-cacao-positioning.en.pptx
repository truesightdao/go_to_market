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Ceremonial Cacao</a:t>
            </a:r>
          </a:p>
          <a:p>
            <a:pPr>
              <a:spcAft>
                <a:spcPts val="0"/>
              </a:spcAft>
            </a:pPr>
            <a:r>
              <a:rPr sz="2600" b="0" i="0">
                <a:solidFill>
                  <a:srgbClr val="E8A33D"/>
                </a:solidFill>
                <a:latin typeface="Calibri"/>
              </a:rPr>
              <a:t>Positioning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First-pass deck for the Win discussion.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Agroverse · TrueSight DAO  ·  compiled 2026-09-14 from in-house sources  · 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Ceremonial cacao at Agroverse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AGROVERSE_INVENTORY_PUBLISHERS.md, BLACK_KING_SHIPMENT_MANIFESTS.md, EVENTS.md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Single-origin ceremonial cacao paste (unsweetened drinking cacao), sold as Kraft pouches — 200 g and 500 g formats.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Two Brazilian origins in the line: La do Sitio Farm (Pará) 200 g, and Oscar's Farm (Bahia) ceremonial cacao.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Regenerative Amazon agroforestry; whole-bean use; metals-safety and organic positioning.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Every unit carries a serialized Agroverse QR code that resolves to its farm / shipment landing page and the TrueSight DAO ledger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Where we differentiate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go_to_market/ceremonial_cacao_seo/seo_keyword_strategy.md (§2,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Regenerative cacao — Amazon rainforest regeneration as the core story, not a label.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Farm traceability — specific farms, shipments (AGL lots), and harvest years behind each bar.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Brazil / Amazon origin — a distinct origin story vs. the Belize/Guatemala/Tanzania origins most US brands lead with.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Cacao circles &amp; gatherings — ceremonial connection as a lived practice, not just a product.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Wholesale + retail — B2B channel to venues and apothecaries alongside direct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category — what drives sales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go_to_market/ceremonial_cacao_seo/brand_sales_drivers_report.md (USA study)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Across the top US ceremonial-cacao brands, the recurring sales drivers are: a clear own-site shop, a wholesale / B2B channel, subscription (subscribe &amp; save), and a free-shipping threshold.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Multi-channel presence matters — own site plus retail / marketplace listings.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Messaging that recurs: organic, ceremonial, regenerative, direct trade, single origin.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A gap we share with most: little Amazon-marketplace presence in search — an opening, not a threat.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Top-5 USA brands — positioning snapshot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ceremonial_cacao_seo/competitors_brands_top5.json + positioning_summary.md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15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5394960"/>
              </a:tblGrid>
              <a:tr h="5486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Primary site</a:t>
                      </a:r>
                    </a:p>
                  </a:txBody>
                  <a:tcPr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Positioning</a:t>
                      </a:r>
                    </a:p>
                  </a:txBody>
                  <a:tcPr>
                    <a:solidFill>
                      <a:srgbClr val="5A3A22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Ceremonial Cacao / Ora Cacao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ceremonial-cacao.com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Organic, ceremonial, regenerative, direct trade; multi-origin (Belize, Colombia, Guatemala, Tanzania, Uganda)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Four Visions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fourvisions.com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Broader plant-medicine house; ceremonial cacao within an Amazonian remedy catalogue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Ma Cacao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ma-cacao.com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Regenerative cacao from Portland, OR; ceremony bar + drinking chocolate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Bar and Cocoa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barandcocoa.com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Multi-brand retailer; sells Ora and other ceremonial brands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Maya Moon Cacao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mayamooncacao.com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261E"/>
                          </a:solidFill>
                          <a:latin typeface="Calibri"/>
                        </a:rPr>
                        <a:t>Guatemalan Criollo, “Certified Ceremonial Cacao®”, Indigenous women artisans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Posture — match category, differentiate on us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ceremonial_cacao_seo/seo_keyword_strategy.md (§1)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Match (core terms)</a:t>
                      </a:r>
                    </a:p>
                  </a:txBody>
                  <a:tcPr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Differentiate (our angles)</a:t>
                      </a:r>
                    </a:p>
                  </a:txBody>
                  <a:tcPr>
                    <a:solidFill>
                      <a:srgbClr val="5A3A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ceremonial cacao · ceremonial cacao USA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regenerative cacao · regenerative ceremonial cacao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buy ceremonial cacao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ceremonial cacao traceability · farm traceability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organic ceremonial cacao · single origin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ceremonial cacao Brazil / Amazon cacao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ceremonial cacao wholesale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E261E"/>
                          </a:solidFill>
                          <a:latin typeface="Calibri"/>
                        </a:rPr>
                        <a:t>cacao circles · ceremonial cacao circles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Provenance — the scan-the-story hook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EVENTS.md (§5 QR convention), LINEAGE_ASSETS.md, AGROVERSE_QR_CODE_BATCH_GENERATION.md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Each ceremonial pouch is serialized. Scan the QR → the farm / shipment page (e.g. Oscar's ceremonial cacao → AGL4, Bahia).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The scan closes the loop on the same rails as the supply-chain module: QR → Agroverse landing page → TrueSight DAO ledger record.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This is a tangible, demonstrable differentiator versus most competitor decks, where traceability is asserted in copy but not scannable per unit.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Cultural note: the scan also gates the opt-in path (cacao-circle community sign-ups), so provenance and list-building ride one gesture.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Channels &amp; motion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CMO_SETH_GODIN.md, EVENTS.md, brand_sales_drivers_report.md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Direct — agroverse.shop (own-site shop is the top sales driver in the category).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Wholesale / B2B — venues, apothecaries, and retail partners (see CMO_SETH_GODIN.md for the venue-outreach playbook).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Subscription — subscribe &amp; save as a retention motion.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Events &amp; cacao circles — activations with ceremonial cacao + tea, a placard, and provenance QR codes (go_to_market/events/).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ceremonial / cultural thread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alibri"/>
              </a:rPr>
              <a:t>Sourced: aora modules (SC-6), EVENTS.md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Cacao as something communities sit in circles around — the product and the practice reinforce each other.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The Aora program already carries this thread into experiential learning (the Supply Chain module's SC-6 “brew the cup” is the natural ceremonial moment).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Adjacent category: cacao tea — a separate Agroverse SKU (Paulo's Farm, Pará; AGL8) with its own in-house opportunity deck already delivered.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Open questions for the Win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Audience &amp; market — is this deck for the China discussion (mirroring the Cacao Tea China Opportunity deck) or a US / general positioning pitch?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If China — we currently hold no China-specific ceremonial-cacao research; the in-house category study is USA. We would need China market input (Dr Ye / Elizabeth Wong).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Language — English, or EN + zh-CN like the tea deck?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Scope confirmation — “Win” is not identifiable from our records (no context/code/mail match); please confirm who Win is and the forum.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Relationship to the tea deck — the tea-half deliverable is already done; this deck covers only the ceremonial half.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Confirm scope + audience (China vs general) and who “Win” is — then this deck can be localised to match the tea deck's framing.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If a China version is wanted: add TCM / epicatechin angles, BR→CN freight and customs path, and local SKU/packaging spec (input from Dr Ye / Elizabeth Wong).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Reuse the tea deck's proven structure (EN + CN, PDF export for offline distribution where GitHub/Google are unreliable).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E261E"/>
                </a:solidFill>
                <a:latin typeface="Calibri"/>
              </a:rPr>
              <a:t>Not included here: zh-CN version, and any China-specific market data — flagged as open, not invented.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